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5692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Time Capsule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today. Unlock tomorrow.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722828"/>
            <a:ext cx="1491496" cy="404813"/>
          </a:xfrm>
          <a:prstGeom prst="roundRect">
            <a:avLst>
              <a:gd name="adj" fmla="val 17886"/>
            </a:avLst>
          </a:prstGeom>
          <a:solidFill>
            <a:srgbClr val="DADBF1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9373" y="839033"/>
            <a:ext cx="172283" cy="1722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67738" y="787360"/>
            <a:ext cx="974765" cy="275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80190" y="1213723"/>
            <a:ext cx="516731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Legacy Forged in Time</a:t>
            </a:r>
            <a:endParaRPr lang="en-US" sz="3350" dirty="0"/>
          </a:p>
        </p:txBody>
      </p:sp>
      <p:sp>
        <p:nvSpPr>
          <p:cNvPr id="7" name="Shape 3"/>
          <p:cNvSpPr/>
          <p:nvPr/>
        </p:nvSpPr>
        <p:spPr>
          <a:xfrm>
            <a:off x="6280190" y="2398752"/>
            <a:ext cx="7556421" cy="228469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6280190" y="2368272"/>
            <a:ext cx="7556421" cy="121920"/>
          </a:xfrm>
          <a:prstGeom prst="roundRect">
            <a:avLst>
              <a:gd name="adj" fmla="val 74233"/>
            </a:avLst>
          </a:prstGeom>
          <a:solidFill>
            <a:srgbClr val="4950BC"/>
          </a:solidFill>
          <a:ln/>
        </p:spPr>
      </p:sp>
      <p:sp>
        <p:nvSpPr>
          <p:cNvPr id="9" name="Shape 5"/>
          <p:cNvSpPr/>
          <p:nvPr/>
        </p:nvSpPr>
        <p:spPr>
          <a:xfrm>
            <a:off x="9735205" y="2075617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4950B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29158" y="2269450"/>
            <a:ext cx="258485" cy="2584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26054" y="293739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Capturing Moments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526054" y="3403163"/>
            <a:ext cx="706469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a secure vault where your most cherished memories, heartfelt messages, and significant goals reside, waiting to be rediscovered. A digital sanctuary for your legacy.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280190" y="5221962"/>
            <a:ext cx="7556421" cy="228469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6280190" y="5191482"/>
            <a:ext cx="7556421" cy="121920"/>
          </a:xfrm>
          <a:prstGeom prst="roundRect">
            <a:avLst>
              <a:gd name="adj" fmla="val 74233"/>
            </a:avLst>
          </a:prstGeom>
          <a:solidFill>
            <a:srgbClr val="4950BC"/>
          </a:solidFill>
          <a:ln/>
        </p:spPr>
      </p:sp>
      <p:sp>
        <p:nvSpPr>
          <p:cNvPr id="15" name="Shape 10"/>
          <p:cNvSpPr/>
          <p:nvPr/>
        </p:nvSpPr>
        <p:spPr>
          <a:xfrm>
            <a:off x="9735205" y="4898827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29158" y="5092660"/>
            <a:ext cx="258485" cy="25848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26054" y="5760601"/>
            <a:ext cx="281487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Journey to Tomorrow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526054" y="6226373"/>
            <a:ext cx="7064693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digital time capsule concept is a bridge to the future, allowing you to intentionally store videos, photos, and aspirations, creating a profound connection with your future self and loved ones.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3607237"/>
            <a:ext cx="178653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37498" y="3682841"/>
            <a:ext cx="14991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4139446"/>
            <a:ext cx="548532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Do Memories Go?</a:t>
            </a:r>
            <a:endParaRPr lang="en-US" sz="3550" dirty="0"/>
          </a:p>
        </p:txBody>
      </p:sp>
      <p:sp>
        <p:nvSpPr>
          <p:cNvPr id="6" name="Shape 3"/>
          <p:cNvSpPr/>
          <p:nvPr/>
        </p:nvSpPr>
        <p:spPr>
          <a:xfrm>
            <a:off x="793790" y="5046583"/>
            <a:ext cx="13042821" cy="2410897"/>
          </a:xfrm>
          <a:prstGeom prst="roundRect">
            <a:avLst>
              <a:gd name="adj" fmla="val 39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1410" y="5054203"/>
            <a:ext cx="6513790" cy="2395657"/>
          </a:xfrm>
          <a:prstGeom prst="roundRect">
            <a:avLst>
              <a:gd name="adj" fmla="val 3977"/>
            </a:avLst>
          </a:prstGeom>
          <a:solidFill>
            <a:srgbClr val="DADBF1"/>
          </a:solidFill>
          <a:ln/>
        </p:spPr>
      </p:sp>
      <p:sp>
        <p:nvSpPr>
          <p:cNvPr id="8" name="Text 5"/>
          <p:cNvSpPr/>
          <p:nvPr/>
        </p:nvSpPr>
        <p:spPr>
          <a:xfrm>
            <a:off x="1028224" y="5281017"/>
            <a:ext cx="28932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Scattered Fragments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8224" y="5771436"/>
            <a:ext cx="60601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precious moments are often fragmented across countless chat histories, sprawling cloud folders, and transient social media feeds, making them nearly impossible to revisit cohesively.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315200" y="5054203"/>
            <a:ext cx="6513790" cy="239565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0" y="5054203"/>
            <a:ext cx="30480" cy="239565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2" name="Text 9"/>
          <p:cNvSpPr/>
          <p:nvPr/>
        </p:nvSpPr>
        <p:spPr>
          <a:xfrm>
            <a:off x="7542014" y="5281017"/>
            <a:ext cx="318873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Lost in the Digital Ether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542014" y="5771436"/>
            <a:ext cx="60601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dedicated space, the true essence and intentionality of our memories fade, leaving us without a meaningful way to reflect on our journey or share it with the future.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269" y="344329"/>
            <a:ext cx="908566" cy="235387"/>
          </a:xfrm>
          <a:prstGeom prst="roundRect">
            <a:avLst>
              <a:gd name="adj" fmla="val 17878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13398" y="381833"/>
            <a:ext cx="758309" cy="160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269" y="629722"/>
            <a:ext cx="370534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Intentional Memory Vault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38269" y="1243251"/>
            <a:ext cx="7427119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Digital Time Capsule offers a secure and thoughtful haven for your most valued memories. It's more than just storage; it's a commitment to your future self and the people who matter most.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269" y="1756648"/>
            <a:ext cx="7427119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Crafted with intention, our platform ensures your digital treasures are not just saved, but truly preserved, waiting to be unveiled on a chosen date in the future.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522" y="1271468"/>
            <a:ext cx="6021110" cy="60211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8269" y="7574280"/>
            <a:ext cx="4501158" cy="375642"/>
          </a:xfrm>
          <a:prstGeom prst="roundRect">
            <a:avLst>
              <a:gd name="adj" fmla="val 4801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967" y="7668101"/>
            <a:ext cx="187762" cy="1877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3404" y="8075057"/>
            <a:ext cx="1565553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Preservation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064562" y="7574280"/>
            <a:ext cx="4501158" cy="375642"/>
          </a:xfrm>
          <a:prstGeom prst="roundRect">
            <a:avLst>
              <a:gd name="adj" fmla="val 4801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1260" y="7668101"/>
            <a:ext cx="187762" cy="1877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89696" y="8075057"/>
            <a:ext cx="1565553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Unlocks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690854" y="7574280"/>
            <a:ext cx="4501277" cy="375642"/>
          </a:xfrm>
          <a:prstGeom prst="roundRect">
            <a:avLst>
              <a:gd name="adj" fmla="val 4801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47552" y="7668101"/>
            <a:ext cx="187762" cy="1877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815989" y="8075057"/>
            <a:ext cx="1681877" cy="195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Emotional Connection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0115"/>
            <a:ext cx="1883569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995720"/>
            <a:ext cx="15961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CAPABILITIES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52324"/>
            <a:ext cx="612112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Effortless Memory Curation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359462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209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Access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7003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Intuitive user sign-up and secure login to begin your journey.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359462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3209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 Capsules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37003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private, public, or shared capsules tailored to your needs.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359462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32099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Rich Content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37003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Effortlessly upload text, images, and videos into your capsules.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879777"/>
            <a:ext cx="566976" cy="5669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3790" y="5730240"/>
            <a:ext cx="28842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Anticipation Building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93790" y="62206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countdown timers for the exciting moment your capsules unlock.</a:t>
            </a:r>
            <a:endParaRPr lang="en-US" sz="17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879777"/>
            <a:ext cx="566976" cy="5669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35893" y="5730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&amp; Share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5235893" y="622065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and contribute to public capsules, fostering collective memories.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8428"/>
            <a:ext cx="1185029" cy="298490"/>
          </a:xfrm>
          <a:prstGeom prst="roundRect">
            <a:avLst>
              <a:gd name="adj" fmla="val 1787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806053"/>
            <a:ext cx="994529" cy="203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1120378"/>
            <a:ext cx="317551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Emotional Flow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755338"/>
            <a:ext cx="793790" cy="952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6290" y="191404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746290" y="2257306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Inspiring storytelling &amp; clear call to action.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707958"/>
            <a:ext cx="793790" cy="9526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46290" y="286666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Capsule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746290" y="3209925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guided process for thoughtful creation.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60577"/>
            <a:ext cx="793790" cy="9526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46290" y="381928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 Unlock Date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746290" y="4162544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your moment for future revelation.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13196"/>
            <a:ext cx="793790" cy="9526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46290" y="4771906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 Content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746290" y="5115163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 your capsule with text, visuals, and audio.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565815"/>
            <a:ext cx="793790" cy="95261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746290" y="572452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Countdown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746290" y="6067782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Anticipation grows with each passing day.</a:t>
            </a:r>
            <a:endParaRPr lang="en-US" sz="12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518434"/>
            <a:ext cx="793790" cy="95261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746290" y="6677144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Unlock Moment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1746290" y="7020401"/>
            <a:ext cx="120903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powerful, emotional rediscovery.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59473" y="608767"/>
            <a:ext cx="1365528" cy="285036"/>
          </a:xfrm>
          <a:prstGeom prst="roundRect">
            <a:avLst>
              <a:gd name="adj" fmla="val 16925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353175" y="659368"/>
            <a:ext cx="1178123" cy="18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THE SCENES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59473" y="951190"/>
            <a:ext cx="4727615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Intuitive Pages, Powerful Purpose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6259473" y="1525429"/>
            <a:ext cx="7597854" cy="1416248"/>
          </a:xfrm>
          <a:prstGeom prst="roundRect">
            <a:avLst>
              <a:gd name="adj" fmla="val 42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10563" y="1676519"/>
            <a:ext cx="430649" cy="430649"/>
          </a:xfrm>
          <a:prstGeom prst="roundRect">
            <a:avLst>
              <a:gd name="adj" fmla="val 21230946"/>
            </a:avLst>
          </a:prstGeom>
          <a:solidFill>
            <a:srgbClr val="4950B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8911" y="1794867"/>
            <a:ext cx="193834" cy="1938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10563" y="2250638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Home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10563" y="2560915"/>
            <a:ext cx="729567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Engaging storytelling and clear calls to action.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59473" y="3085147"/>
            <a:ext cx="7597854" cy="1416248"/>
          </a:xfrm>
          <a:prstGeom prst="roundRect">
            <a:avLst>
              <a:gd name="adj" fmla="val 42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10563" y="3236238"/>
            <a:ext cx="430649" cy="430649"/>
          </a:xfrm>
          <a:prstGeom prst="roundRect">
            <a:avLst>
              <a:gd name="adj" fmla="val 21230946"/>
            </a:avLst>
          </a:prstGeom>
          <a:solidFill>
            <a:srgbClr val="4950B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911" y="3354586"/>
            <a:ext cx="193834" cy="1938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10563" y="3810357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Create Capsule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10563" y="4120634"/>
            <a:ext cx="729567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guided, multi-step flow for crafting your future message.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59473" y="4644866"/>
            <a:ext cx="7597854" cy="1416248"/>
          </a:xfrm>
          <a:prstGeom prst="roundRect">
            <a:avLst>
              <a:gd name="adj" fmla="val 42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0563" y="4795957"/>
            <a:ext cx="430649" cy="430649"/>
          </a:xfrm>
          <a:prstGeom prst="roundRect">
            <a:avLst>
              <a:gd name="adj" fmla="val 21230946"/>
            </a:avLst>
          </a:prstGeom>
          <a:solidFill>
            <a:srgbClr val="4950B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8911" y="4914305"/>
            <a:ext cx="193834" cy="1938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10563" y="5370076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Public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10563" y="5680353"/>
            <a:ext cx="729567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and interact with shared memories from around the world.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259473" y="6204585"/>
            <a:ext cx="7597854" cy="1416248"/>
          </a:xfrm>
          <a:prstGeom prst="roundRect">
            <a:avLst>
              <a:gd name="adj" fmla="val 42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10563" y="6355675"/>
            <a:ext cx="430649" cy="430649"/>
          </a:xfrm>
          <a:prstGeom prst="roundRect">
            <a:avLst>
              <a:gd name="adj" fmla="val 21230946"/>
            </a:avLst>
          </a:prstGeom>
          <a:solidFill>
            <a:srgbClr val="4950B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8911" y="6474023"/>
            <a:ext cx="193834" cy="1938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10563" y="6929795"/>
            <a:ext cx="1794748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410563" y="7240072"/>
            <a:ext cx="7295674" cy="22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your capsules, monitor countdowns, and track your legacy.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729972"/>
            <a:ext cx="1958221" cy="319564"/>
          </a:xfrm>
          <a:prstGeom prst="roundRect">
            <a:avLst>
              <a:gd name="adj" fmla="val 17887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895826" y="780931"/>
            <a:ext cx="1754148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AESTHETIC &amp; EXPERIENCE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3790" y="1117521"/>
            <a:ext cx="534519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Cosmic Elegance, Human Touch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93790" y="1797963"/>
            <a:ext cx="7556421" cy="12979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930" y="1797963"/>
            <a:ext cx="91440" cy="12979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55251" y="199084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Cosmic Dark Theme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55251" y="2358628"/>
            <a:ext cx="710207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blues and purples evoke the vastness of space, creating a serene and timeless backdrop for your memories.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3790" y="3265884"/>
            <a:ext cx="7556421" cy="12979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3265884"/>
            <a:ext cx="91440" cy="12979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1055251" y="345876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Glassmorphism UI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55251" y="3826550"/>
            <a:ext cx="710207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Transparent, frosted elements provide depth and a modern, ethereal feel, highlighting content with clarity.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3790" y="4733806"/>
            <a:ext cx="7556421" cy="12979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0930" y="4733806"/>
            <a:ext cx="91440" cy="12979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1055251" y="492668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Subtle Animations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055251" y="5294471"/>
            <a:ext cx="710207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Gentle transitions and floating elements create a dynamic, engaging, and futuristic user experience.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3790" y="6201728"/>
            <a:ext cx="7556421" cy="1297900"/>
          </a:xfrm>
          <a:prstGeom prst="roundRect">
            <a:avLst>
              <a:gd name="adj" fmla="val 845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0930" y="6201728"/>
            <a:ext cx="91440" cy="12979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0" name="Text 17"/>
          <p:cNvSpPr/>
          <p:nvPr/>
        </p:nvSpPr>
        <p:spPr>
          <a:xfrm>
            <a:off x="1055251" y="639460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Responsive Design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055251" y="6762393"/>
            <a:ext cx="710207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Flawless accessibility across all devices, ensuring your memories are always within reach.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3553"/>
            <a:ext cx="1702356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79158"/>
            <a:ext cx="141493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SERVE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35762"/>
            <a:ext cx="571833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Crafted for Every Journey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242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students, creators, couples, and reflective minds who believe some memories are worth waiting for.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197418" y="33089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799403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growth, set goals, reflect on academic journeys.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860953"/>
            <a:ext cx="4564975" cy="4564975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362" y="4152662"/>
            <a:ext cx="318968" cy="3189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97628" y="33089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Creators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9597628" y="3799403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ideas, track projects, celebrate artistic milestones.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860953"/>
            <a:ext cx="4564975" cy="4564975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6713" y="4152662"/>
            <a:ext cx="318968" cy="3189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97628" y="5761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Couples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9597628" y="6251972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shared moments, anniversaries, and future dreams.</a:t>
            </a:r>
            <a:endParaRPr lang="en-US" sz="1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860953"/>
            <a:ext cx="4564975" cy="4564975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6713" y="5815013"/>
            <a:ext cx="318968" cy="3189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97418" y="5761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Reflective Users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93790" y="6251972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Thoughtfully store personal reflections, aspirations, and life lessons.</a:t>
            </a:r>
            <a:endParaRPr lang="en-US" sz="17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860953"/>
            <a:ext cx="4564975" cy="4564975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4362" y="5815013"/>
            <a:ext cx="318968" cy="3189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Some Moments Are Meant to Wait.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future self will thank you.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2026-01-08T04:41:35Z</dcterms:created>
  <dcterms:modified xsi:type="dcterms:W3CDTF">2026-01-08T04:41:35Z</dcterms:modified>
</cp:coreProperties>
</file>